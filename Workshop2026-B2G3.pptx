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793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179160" cy="6858000"/>
            <a:chOff x="0" y="0"/>
            <a:chExt cx="1623888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38855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38855">
                  <a:moveTo>
                    <a:pt x="0" y="0"/>
                  </a:moveTo>
                  <a:lnTo>
                    <a:pt x="16238855" y="0"/>
                  </a:lnTo>
                  <a:lnTo>
                    <a:pt x="16238855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3861" y="255329"/>
            <a:ext cx="3587414" cy="729742"/>
            <a:chOff x="0" y="0"/>
            <a:chExt cx="4783218" cy="97298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83218" cy="972989"/>
              <a:chOff x="0" y="0"/>
              <a:chExt cx="1107226" cy="2252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07226" cy="225229"/>
              </a:xfrm>
              <a:custGeom>
                <a:avLst/>
                <a:gdLst/>
                <a:ahLst/>
                <a:cxnLst/>
                <a:rect r="r" b="b" t="t" l="l"/>
                <a:pathLst>
                  <a:path h="225229" w="1107226">
                    <a:moveTo>
                      <a:pt x="28662" y="0"/>
                    </a:moveTo>
                    <a:lnTo>
                      <a:pt x="1078564" y="0"/>
                    </a:lnTo>
                    <a:cubicBezTo>
                      <a:pt x="1094394" y="0"/>
                      <a:pt x="1107226" y="12832"/>
                      <a:pt x="1107226" y="28662"/>
                    </a:cubicBezTo>
                    <a:lnTo>
                      <a:pt x="1107226" y="196567"/>
                    </a:lnTo>
                    <a:cubicBezTo>
                      <a:pt x="1107226" y="212397"/>
                      <a:pt x="1094394" y="225229"/>
                      <a:pt x="1078564" y="225229"/>
                    </a:cubicBezTo>
                    <a:lnTo>
                      <a:pt x="28662" y="225229"/>
                    </a:lnTo>
                    <a:cubicBezTo>
                      <a:pt x="21060" y="225229"/>
                      <a:pt x="13770" y="222209"/>
                      <a:pt x="8395" y="216834"/>
                    </a:cubicBezTo>
                    <a:cubicBezTo>
                      <a:pt x="3020" y="211459"/>
                      <a:pt x="0" y="204169"/>
                      <a:pt x="0" y="196567"/>
                    </a:cubicBezTo>
                    <a:lnTo>
                      <a:pt x="0" y="28662"/>
                    </a:lnTo>
                    <a:cubicBezTo>
                      <a:pt x="0" y="12832"/>
                      <a:pt x="12832" y="0"/>
                      <a:pt x="2866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07226" cy="263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54000" y="144442"/>
              <a:ext cx="2292773" cy="701039"/>
              <a:chOff x="0" y="0"/>
              <a:chExt cx="399612" cy="12218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99612" cy="122185"/>
              </a:xfrm>
              <a:custGeom>
                <a:avLst/>
                <a:gdLst/>
                <a:ahLst/>
                <a:cxnLst/>
                <a:rect r="r" b="b" t="t" l="l"/>
                <a:pathLst>
                  <a:path h="122185" w="399612">
                    <a:moveTo>
                      <a:pt x="61093" y="0"/>
                    </a:moveTo>
                    <a:lnTo>
                      <a:pt x="338519" y="0"/>
                    </a:lnTo>
                    <a:cubicBezTo>
                      <a:pt x="354722" y="0"/>
                      <a:pt x="370261" y="6437"/>
                      <a:pt x="381718" y="17894"/>
                    </a:cubicBezTo>
                    <a:cubicBezTo>
                      <a:pt x="393175" y="29351"/>
                      <a:pt x="399612" y="44890"/>
                      <a:pt x="399612" y="61093"/>
                    </a:cubicBezTo>
                    <a:lnTo>
                      <a:pt x="399612" y="61093"/>
                    </a:lnTo>
                    <a:cubicBezTo>
                      <a:pt x="399612" y="94833"/>
                      <a:pt x="372260" y="122185"/>
                      <a:pt x="338519" y="122185"/>
                    </a:cubicBezTo>
                    <a:lnTo>
                      <a:pt x="61093" y="122185"/>
                    </a:lnTo>
                    <a:cubicBezTo>
                      <a:pt x="27352" y="122185"/>
                      <a:pt x="0" y="94833"/>
                      <a:pt x="0" y="61093"/>
                    </a:cubicBezTo>
                    <a:lnTo>
                      <a:pt x="0" y="61093"/>
                    </a:lnTo>
                    <a:cubicBezTo>
                      <a:pt x="0" y="27352"/>
                      <a:pt x="27352" y="0"/>
                      <a:pt x="61093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-21345" r="0" b="-69654"/>
                </a:stretch>
              </a:blip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2751218" y="0"/>
              <a:ext cx="1572070" cy="759913"/>
            </a:xfrm>
            <a:custGeom>
              <a:avLst/>
              <a:gdLst/>
              <a:ahLst/>
              <a:cxnLst/>
              <a:rect r="r" b="b" t="t" l="l"/>
              <a:pathLst>
                <a:path h="759913" w="1572070">
                  <a:moveTo>
                    <a:pt x="0" y="0"/>
                  </a:moveTo>
                  <a:lnTo>
                    <a:pt x="1572070" y="0"/>
                  </a:lnTo>
                  <a:lnTo>
                    <a:pt x="1572070" y="759913"/>
                  </a:lnTo>
                  <a:lnTo>
                    <a:pt x="0" y="759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179160" cy="6858000"/>
            <a:chOff x="0" y="0"/>
            <a:chExt cx="1623888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38855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38855">
                  <a:moveTo>
                    <a:pt x="0" y="0"/>
                  </a:moveTo>
                  <a:lnTo>
                    <a:pt x="16238855" y="0"/>
                  </a:lnTo>
                  <a:lnTo>
                    <a:pt x="16238855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3861" y="219329"/>
            <a:ext cx="3587414" cy="729742"/>
            <a:chOff x="0" y="0"/>
            <a:chExt cx="4783218" cy="97298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83218" cy="972989"/>
              <a:chOff x="0" y="0"/>
              <a:chExt cx="1107226" cy="2252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07226" cy="225229"/>
              </a:xfrm>
              <a:custGeom>
                <a:avLst/>
                <a:gdLst/>
                <a:ahLst/>
                <a:cxnLst/>
                <a:rect r="r" b="b" t="t" l="l"/>
                <a:pathLst>
                  <a:path h="225229" w="1107226">
                    <a:moveTo>
                      <a:pt x="28662" y="0"/>
                    </a:moveTo>
                    <a:lnTo>
                      <a:pt x="1078564" y="0"/>
                    </a:lnTo>
                    <a:cubicBezTo>
                      <a:pt x="1094394" y="0"/>
                      <a:pt x="1107226" y="12832"/>
                      <a:pt x="1107226" y="28662"/>
                    </a:cubicBezTo>
                    <a:lnTo>
                      <a:pt x="1107226" y="196567"/>
                    </a:lnTo>
                    <a:cubicBezTo>
                      <a:pt x="1107226" y="212397"/>
                      <a:pt x="1094394" y="225229"/>
                      <a:pt x="1078564" y="225229"/>
                    </a:cubicBezTo>
                    <a:lnTo>
                      <a:pt x="28662" y="225229"/>
                    </a:lnTo>
                    <a:cubicBezTo>
                      <a:pt x="21060" y="225229"/>
                      <a:pt x="13770" y="222209"/>
                      <a:pt x="8395" y="216834"/>
                    </a:cubicBezTo>
                    <a:cubicBezTo>
                      <a:pt x="3020" y="211459"/>
                      <a:pt x="0" y="204169"/>
                      <a:pt x="0" y="196567"/>
                    </a:cubicBezTo>
                    <a:lnTo>
                      <a:pt x="0" y="28662"/>
                    </a:lnTo>
                    <a:cubicBezTo>
                      <a:pt x="0" y="12832"/>
                      <a:pt x="12832" y="0"/>
                      <a:pt x="2866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07226" cy="263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54000" y="144442"/>
              <a:ext cx="2292773" cy="701039"/>
              <a:chOff x="0" y="0"/>
              <a:chExt cx="399612" cy="12218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99612" cy="122185"/>
              </a:xfrm>
              <a:custGeom>
                <a:avLst/>
                <a:gdLst/>
                <a:ahLst/>
                <a:cxnLst/>
                <a:rect r="r" b="b" t="t" l="l"/>
                <a:pathLst>
                  <a:path h="122185" w="399612">
                    <a:moveTo>
                      <a:pt x="61093" y="0"/>
                    </a:moveTo>
                    <a:lnTo>
                      <a:pt x="338519" y="0"/>
                    </a:lnTo>
                    <a:cubicBezTo>
                      <a:pt x="354722" y="0"/>
                      <a:pt x="370261" y="6437"/>
                      <a:pt x="381718" y="17894"/>
                    </a:cubicBezTo>
                    <a:cubicBezTo>
                      <a:pt x="393175" y="29351"/>
                      <a:pt x="399612" y="44890"/>
                      <a:pt x="399612" y="61093"/>
                    </a:cubicBezTo>
                    <a:lnTo>
                      <a:pt x="399612" y="61093"/>
                    </a:lnTo>
                    <a:cubicBezTo>
                      <a:pt x="399612" y="94833"/>
                      <a:pt x="372260" y="122185"/>
                      <a:pt x="338519" y="122185"/>
                    </a:cubicBezTo>
                    <a:lnTo>
                      <a:pt x="61093" y="122185"/>
                    </a:lnTo>
                    <a:cubicBezTo>
                      <a:pt x="27352" y="122185"/>
                      <a:pt x="0" y="94833"/>
                      <a:pt x="0" y="61093"/>
                    </a:cubicBezTo>
                    <a:lnTo>
                      <a:pt x="0" y="61093"/>
                    </a:lnTo>
                    <a:cubicBezTo>
                      <a:pt x="0" y="27352"/>
                      <a:pt x="27352" y="0"/>
                      <a:pt x="61093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-21345" r="0" b="-69654"/>
                </a:stretch>
              </a:blip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2751218" y="0"/>
              <a:ext cx="1572070" cy="759913"/>
            </a:xfrm>
            <a:custGeom>
              <a:avLst/>
              <a:gdLst/>
              <a:ahLst/>
              <a:cxnLst/>
              <a:rect r="r" b="b" t="t" l="l"/>
              <a:pathLst>
                <a:path h="759913" w="1572070">
                  <a:moveTo>
                    <a:pt x="0" y="0"/>
                  </a:moveTo>
                  <a:lnTo>
                    <a:pt x="1572070" y="0"/>
                  </a:lnTo>
                  <a:lnTo>
                    <a:pt x="1572070" y="759913"/>
                  </a:lnTo>
                  <a:lnTo>
                    <a:pt x="0" y="759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179160" cy="6858000"/>
            <a:chOff x="0" y="0"/>
            <a:chExt cx="1623888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38855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38855">
                  <a:moveTo>
                    <a:pt x="0" y="0"/>
                  </a:moveTo>
                  <a:lnTo>
                    <a:pt x="16238855" y="0"/>
                  </a:lnTo>
                  <a:lnTo>
                    <a:pt x="16238855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3861" y="219329"/>
            <a:ext cx="3587414" cy="729742"/>
            <a:chOff x="0" y="0"/>
            <a:chExt cx="4783218" cy="97298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83218" cy="972989"/>
              <a:chOff x="0" y="0"/>
              <a:chExt cx="1107226" cy="2252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07226" cy="225229"/>
              </a:xfrm>
              <a:custGeom>
                <a:avLst/>
                <a:gdLst/>
                <a:ahLst/>
                <a:cxnLst/>
                <a:rect r="r" b="b" t="t" l="l"/>
                <a:pathLst>
                  <a:path h="225229" w="1107226">
                    <a:moveTo>
                      <a:pt x="28662" y="0"/>
                    </a:moveTo>
                    <a:lnTo>
                      <a:pt x="1078564" y="0"/>
                    </a:lnTo>
                    <a:cubicBezTo>
                      <a:pt x="1094394" y="0"/>
                      <a:pt x="1107226" y="12832"/>
                      <a:pt x="1107226" y="28662"/>
                    </a:cubicBezTo>
                    <a:lnTo>
                      <a:pt x="1107226" y="196567"/>
                    </a:lnTo>
                    <a:cubicBezTo>
                      <a:pt x="1107226" y="212397"/>
                      <a:pt x="1094394" y="225229"/>
                      <a:pt x="1078564" y="225229"/>
                    </a:cubicBezTo>
                    <a:lnTo>
                      <a:pt x="28662" y="225229"/>
                    </a:lnTo>
                    <a:cubicBezTo>
                      <a:pt x="21060" y="225229"/>
                      <a:pt x="13770" y="222209"/>
                      <a:pt x="8395" y="216834"/>
                    </a:cubicBezTo>
                    <a:cubicBezTo>
                      <a:pt x="3020" y="211459"/>
                      <a:pt x="0" y="204169"/>
                      <a:pt x="0" y="196567"/>
                    </a:cubicBezTo>
                    <a:lnTo>
                      <a:pt x="0" y="28662"/>
                    </a:lnTo>
                    <a:cubicBezTo>
                      <a:pt x="0" y="12832"/>
                      <a:pt x="12832" y="0"/>
                      <a:pt x="2866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07226" cy="263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54000" y="144442"/>
              <a:ext cx="2292773" cy="701039"/>
              <a:chOff x="0" y="0"/>
              <a:chExt cx="399612" cy="12218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99612" cy="122185"/>
              </a:xfrm>
              <a:custGeom>
                <a:avLst/>
                <a:gdLst/>
                <a:ahLst/>
                <a:cxnLst/>
                <a:rect r="r" b="b" t="t" l="l"/>
                <a:pathLst>
                  <a:path h="122185" w="399612">
                    <a:moveTo>
                      <a:pt x="61093" y="0"/>
                    </a:moveTo>
                    <a:lnTo>
                      <a:pt x="338519" y="0"/>
                    </a:lnTo>
                    <a:cubicBezTo>
                      <a:pt x="354722" y="0"/>
                      <a:pt x="370261" y="6437"/>
                      <a:pt x="381718" y="17894"/>
                    </a:cubicBezTo>
                    <a:cubicBezTo>
                      <a:pt x="393175" y="29351"/>
                      <a:pt x="399612" y="44890"/>
                      <a:pt x="399612" y="61093"/>
                    </a:cubicBezTo>
                    <a:lnTo>
                      <a:pt x="399612" y="61093"/>
                    </a:lnTo>
                    <a:cubicBezTo>
                      <a:pt x="399612" y="94833"/>
                      <a:pt x="372260" y="122185"/>
                      <a:pt x="338519" y="122185"/>
                    </a:cubicBezTo>
                    <a:lnTo>
                      <a:pt x="61093" y="122185"/>
                    </a:lnTo>
                    <a:cubicBezTo>
                      <a:pt x="27352" y="122185"/>
                      <a:pt x="0" y="94833"/>
                      <a:pt x="0" y="61093"/>
                    </a:cubicBezTo>
                    <a:lnTo>
                      <a:pt x="0" y="61093"/>
                    </a:lnTo>
                    <a:cubicBezTo>
                      <a:pt x="0" y="27352"/>
                      <a:pt x="27352" y="0"/>
                      <a:pt x="61093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-21345" r="0" b="-69654"/>
                </a:stretch>
              </a:blip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2751218" y="0"/>
              <a:ext cx="1572070" cy="759913"/>
            </a:xfrm>
            <a:custGeom>
              <a:avLst/>
              <a:gdLst/>
              <a:ahLst/>
              <a:cxnLst/>
              <a:rect r="r" b="b" t="t" l="l"/>
              <a:pathLst>
                <a:path h="759913" w="1572070">
                  <a:moveTo>
                    <a:pt x="0" y="0"/>
                  </a:moveTo>
                  <a:lnTo>
                    <a:pt x="1572070" y="0"/>
                  </a:lnTo>
                  <a:lnTo>
                    <a:pt x="1572070" y="759913"/>
                  </a:lnTo>
                  <a:lnTo>
                    <a:pt x="0" y="759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179160" cy="6858000"/>
            <a:chOff x="0" y="0"/>
            <a:chExt cx="1623888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38855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38855">
                  <a:moveTo>
                    <a:pt x="0" y="0"/>
                  </a:moveTo>
                  <a:lnTo>
                    <a:pt x="16238855" y="0"/>
                  </a:lnTo>
                  <a:lnTo>
                    <a:pt x="16238855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3861" y="219329"/>
            <a:ext cx="3587414" cy="729742"/>
            <a:chOff x="0" y="0"/>
            <a:chExt cx="4783218" cy="97298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83218" cy="972989"/>
              <a:chOff x="0" y="0"/>
              <a:chExt cx="1107226" cy="2252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07226" cy="225229"/>
              </a:xfrm>
              <a:custGeom>
                <a:avLst/>
                <a:gdLst/>
                <a:ahLst/>
                <a:cxnLst/>
                <a:rect r="r" b="b" t="t" l="l"/>
                <a:pathLst>
                  <a:path h="225229" w="1107226">
                    <a:moveTo>
                      <a:pt x="28662" y="0"/>
                    </a:moveTo>
                    <a:lnTo>
                      <a:pt x="1078564" y="0"/>
                    </a:lnTo>
                    <a:cubicBezTo>
                      <a:pt x="1094394" y="0"/>
                      <a:pt x="1107226" y="12832"/>
                      <a:pt x="1107226" y="28662"/>
                    </a:cubicBezTo>
                    <a:lnTo>
                      <a:pt x="1107226" y="196567"/>
                    </a:lnTo>
                    <a:cubicBezTo>
                      <a:pt x="1107226" y="212397"/>
                      <a:pt x="1094394" y="225229"/>
                      <a:pt x="1078564" y="225229"/>
                    </a:cubicBezTo>
                    <a:lnTo>
                      <a:pt x="28662" y="225229"/>
                    </a:lnTo>
                    <a:cubicBezTo>
                      <a:pt x="21060" y="225229"/>
                      <a:pt x="13770" y="222209"/>
                      <a:pt x="8395" y="216834"/>
                    </a:cubicBezTo>
                    <a:cubicBezTo>
                      <a:pt x="3020" y="211459"/>
                      <a:pt x="0" y="204169"/>
                      <a:pt x="0" y="196567"/>
                    </a:cubicBezTo>
                    <a:lnTo>
                      <a:pt x="0" y="28662"/>
                    </a:lnTo>
                    <a:cubicBezTo>
                      <a:pt x="0" y="12832"/>
                      <a:pt x="12832" y="0"/>
                      <a:pt x="2866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07226" cy="263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54000" y="144442"/>
              <a:ext cx="2292773" cy="701039"/>
              <a:chOff x="0" y="0"/>
              <a:chExt cx="399612" cy="12218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99612" cy="122185"/>
              </a:xfrm>
              <a:custGeom>
                <a:avLst/>
                <a:gdLst/>
                <a:ahLst/>
                <a:cxnLst/>
                <a:rect r="r" b="b" t="t" l="l"/>
                <a:pathLst>
                  <a:path h="122185" w="399612">
                    <a:moveTo>
                      <a:pt x="61093" y="0"/>
                    </a:moveTo>
                    <a:lnTo>
                      <a:pt x="338519" y="0"/>
                    </a:lnTo>
                    <a:cubicBezTo>
                      <a:pt x="354722" y="0"/>
                      <a:pt x="370261" y="6437"/>
                      <a:pt x="381718" y="17894"/>
                    </a:cubicBezTo>
                    <a:cubicBezTo>
                      <a:pt x="393175" y="29351"/>
                      <a:pt x="399612" y="44890"/>
                      <a:pt x="399612" y="61093"/>
                    </a:cubicBezTo>
                    <a:lnTo>
                      <a:pt x="399612" y="61093"/>
                    </a:lnTo>
                    <a:cubicBezTo>
                      <a:pt x="399612" y="94833"/>
                      <a:pt x="372260" y="122185"/>
                      <a:pt x="338519" y="122185"/>
                    </a:cubicBezTo>
                    <a:lnTo>
                      <a:pt x="61093" y="122185"/>
                    </a:lnTo>
                    <a:cubicBezTo>
                      <a:pt x="27352" y="122185"/>
                      <a:pt x="0" y="94833"/>
                      <a:pt x="0" y="61093"/>
                    </a:cubicBezTo>
                    <a:lnTo>
                      <a:pt x="0" y="61093"/>
                    </a:lnTo>
                    <a:cubicBezTo>
                      <a:pt x="0" y="27352"/>
                      <a:pt x="27352" y="0"/>
                      <a:pt x="61093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-21345" r="0" b="-69654"/>
                </a:stretch>
              </a:blip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2751218" y="0"/>
              <a:ext cx="1572070" cy="759913"/>
            </a:xfrm>
            <a:custGeom>
              <a:avLst/>
              <a:gdLst/>
              <a:ahLst/>
              <a:cxnLst/>
              <a:rect r="r" b="b" t="t" l="l"/>
              <a:pathLst>
                <a:path h="759913" w="1572070">
                  <a:moveTo>
                    <a:pt x="0" y="0"/>
                  </a:moveTo>
                  <a:lnTo>
                    <a:pt x="1572070" y="0"/>
                  </a:lnTo>
                  <a:lnTo>
                    <a:pt x="1572070" y="759913"/>
                  </a:lnTo>
                  <a:lnTo>
                    <a:pt x="0" y="759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179160" cy="6858000"/>
            <a:chOff x="0" y="0"/>
            <a:chExt cx="1623888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38855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38855">
                  <a:moveTo>
                    <a:pt x="0" y="0"/>
                  </a:moveTo>
                  <a:lnTo>
                    <a:pt x="16238855" y="0"/>
                  </a:lnTo>
                  <a:lnTo>
                    <a:pt x="16238855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3861" y="155829"/>
            <a:ext cx="3587414" cy="755142"/>
            <a:chOff x="0" y="0"/>
            <a:chExt cx="4783218" cy="100685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83218" cy="1006856"/>
              <a:chOff x="0" y="0"/>
              <a:chExt cx="1107226" cy="23306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07226" cy="233069"/>
              </a:xfrm>
              <a:custGeom>
                <a:avLst/>
                <a:gdLst/>
                <a:ahLst/>
                <a:cxnLst/>
                <a:rect r="r" b="b" t="t" l="l"/>
                <a:pathLst>
                  <a:path h="233069" w="1107226">
                    <a:moveTo>
                      <a:pt x="28662" y="0"/>
                    </a:moveTo>
                    <a:lnTo>
                      <a:pt x="1078564" y="0"/>
                    </a:lnTo>
                    <a:cubicBezTo>
                      <a:pt x="1094394" y="0"/>
                      <a:pt x="1107226" y="12832"/>
                      <a:pt x="1107226" y="28662"/>
                    </a:cubicBezTo>
                    <a:lnTo>
                      <a:pt x="1107226" y="204407"/>
                    </a:lnTo>
                    <a:cubicBezTo>
                      <a:pt x="1107226" y="212008"/>
                      <a:pt x="1104207" y="219298"/>
                      <a:pt x="1098831" y="224674"/>
                    </a:cubicBezTo>
                    <a:cubicBezTo>
                      <a:pt x="1093456" y="230049"/>
                      <a:pt x="1086166" y="233069"/>
                      <a:pt x="1078564" y="233069"/>
                    </a:cubicBezTo>
                    <a:lnTo>
                      <a:pt x="28662" y="233069"/>
                    </a:lnTo>
                    <a:cubicBezTo>
                      <a:pt x="12832" y="233069"/>
                      <a:pt x="0" y="220236"/>
                      <a:pt x="0" y="204407"/>
                    </a:cubicBezTo>
                    <a:lnTo>
                      <a:pt x="0" y="28662"/>
                    </a:lnTo>
                    <a:cubicBezTo>
                      <a:pt x="0" y="12832"/>
                      <a:pt x="12832" y="0"/>
                      <a:pt x="2866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07226" cy="2711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54000" y="149470"/>
              <a:ext cx="2292773" cy="725440"/>
              <a:chOff x="0" y="0"/>
              <a:chExt cx="399612" cy="12643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99612" cy="126438"/>
              </a:xfrm>
              <a:custGeom>
                <a:avLst/>
                <a:gdLst/>
                <a:ahLst/>
                <a:cxnLst/>
                <a:rect r="r" b="b" t="t" l="l"/>
                <a:pathLst>
                  <a:path h="126438" w="399612">
                    <a:moveTo>
                      <a:pt x="63219" y="0"/>
                    </a:moveTo>
                    <a:lnTo>
                      <a:pt x="336393" y="0"/>
                    </a:lnTo>
                    <a:cubicBezTo>
                      <a:pt x="353159" y="0"/>
                      <a:pt x="369239" y="6661"/>
                      <a:pt x="381095" y="18516"/>
                    </a:cubicBezTo>
                    <a:cubicBezTo>
                      <a:pt x="392951" y="30372"/>
                      <a:pt x="399612" y="46452"/>
                      <a:pt x="399612" y="63219"/>
                    </a:cubicBezTo>
                    <a:lnTo>
                      <a:pt x="399612" y="63219"/>
                    </a:lnTo>
                    <a:cubicBezTo>
                      <a:pt x="399612" y="98134"/>
                      <a:pt x="371308" y="126438"/>
                      <a:pt x="336393" y="126438"/>
                    </a:cubicBezTo>
                    <a:lnTo>
                      <a:pt x="63219" y="126438"/>
                    </a:lnTo>
                    <a:cubicBezTo>
                      <a:pt x="28304" y="126438"/>
                      <a:pt x="0" y="98134"/>
                      <a:pt x="0" y="63219"/>
                    </a:cubicBezTo>
                    <a:lnTo>
                      <a:pt x="0" y="63219"/>
                    </a:lnTo>
                    <a:cubicBezTo>
                      <a:pt x="0" y="28304"/>
                      <a:pt x="28304" y="0"/>
                      <a:pt x="63219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-18945" r="0" b="-65629"/>
                </a:stretch>
              </a:blip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2751218" y="0"/>
              <a:ext cx="1572070" cy="786363"/>
            </a:xfrm>
            <a:custGeom>
              <a:avLst/>
              <a:gdLst/>
              <a:ahLst/>
              <a:cxnLst/>
              <a:rect r="r" b="b" t="t" l="l"/>
              <a:pathLst>
                <a:path h="786363" w="1572070">
                  <a:moveTo>
                    <a:pt x="0" y="0"/>
                  </a:moveTo>
                  <a:lnTo>
                    <a:pt x="1572070" y="0"/>
                  </a:lnTo>
                  <a:lnTo>
                    <a:pt x="1572070" y="786363"/>
                  </a:lnTo>
                  <a:lnTo>
                    <a:pt x="0" y="7863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40" t="0" r="-174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179160" cy="6858000"/>
            <a:chOff x="0" y="0"/>
            <a:chExt cx="16238880" cy="9144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6238880" cy="9144000"/>
              <a:chOff x="0" y="0"/>
              <a:chExt cx="16238880" cy="9144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6238855" cy="9144000"/>
              </a:xfrm>
              <a:custGeom>
                <a:avLst/>
                <a:gdLst/>
                <a:ahLst/>
                <a:cxnLst/>
                <a:rect r="r" b="b" t="t" l="l"/>
                <a:pathLst>
                  <a:path h="9144000" w="16238855">
                    <a:moveTo>
                      <a:pt x="0" y="0"/>
                    </a:moveTo>
                    <a:lnTo>
                      <a:pt x="16238855" y="0"/>
                    </a:lnTo>
                    <a:lnTo>
                      <a:pt x="16238855" y="9144000"/>
                    </a:lnTo>
                    <a:lnTo>
                      <a:pt x="0" y="91440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0" r="0" b="0"/>
                </a:stretch>
              </a:blip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453814" y="173905"/>
              <a:ext cx="4793419" cy="975064"/>
              <a:chOff x="0" y="0"/>
              <a:chExt cx="1107226" cy="2252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07226" cy="225229"/>
              </a:xfrm>
              <a:custGeom>
                <a:avLst/>
                <a:gdLst/>
                <a:ahLst/>
                <a:cxnLst/>
                <a:rect r="r" b="b" t="t" l="l"/>
                <a:pathLst>
                  <a:path h="225229" w="1107226">
                    <a:moveTo>
                      <a:pt x="28662" y="0"/>
                    </a:moveTo>
                    <a:lnTo>
                      <a:pt x="1078564" y="0"/>
                    </a:lnTo>
                    <a:cubicBezTo>
                      <a:pt x="1094394" y="0"/>
                      <a:pt x="1107226" y="12832"/>
                      <a:pt x="1107226" y="28662"/>
                    </a:cubicBezTo>
                    <a:lnTo>
                      <a:pt x="1107226" y="196567"/>
                    </a:lnTo>
                    <a:cubicBezTo>
                      <a:pt x="1107226" y="212397"/>
                      <a:pt x="1094394" y="225229"/>
                      <a:pt x="1078564" y="225229"/>
                    </a:cubicBezTo>
                    <a:lnTo>
                      <a:pt x="28662" y="225229"/>
                    </a:lnTo>
                    <a:cubicBezTo>
                      <a:pt x="21060" y="225229"/>
                      <a:pt x="13770" y="222209"/>
                      <a:pt x="8395" y="216834"/>
                    </a:cubicBezTo>
                    <a:cubicBezTo>
                      <a:pt x="3020" y="211459"/>
                      <a:pt x="0" y="204169"/>
                      <a:pt x="0" y="196567"/>
                    </a:cubicBezTo>
                    <a:lnTo>
                      <a:pt x="0" y="28662"/>
                    </a:lnTo>
                    <a:cubicBezTo>
                      <a:pt x="0" y="12832"/>
                      <a:pt x="12832" y="0"/>
                      <a:pt x="2866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07226" cy="263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708356" y="318655"/>
              <a:ext cx="2297662" cy="702534"/>
              <a:chOff x="0" y="0"/>
              <a:chExt cx="399612" cy="12218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99612" cy="122185"/>
              </a:xfrm>
              <a:custGeom>
                <a:avLst/>
                <a:gdLst/>
                <a:ahLst/>
                <a:cxnLst/>
                <a:rect r="r" b="b" t="t" l="l"/>
                <a:pathLst>
                  <a:path h="122185" w="399612">
                    <a:moveTo>
                      <a:pt x="61093" y="0"/>
                    </a:moveTo>
                    <a:lnTo>
                      <a:pt x="338519" y="0"/>
                    </a:lnTo>
                    <a:cubicBezTo>
                      <a:pt x="354722" y="0"/>
                      <a:pt x="370261" y="6437"/>
                      <a:pt x="381718" y="17894"/>
                    </a:cubicBezTo>
                    <a:cubicBezTo>
                      <a:pt x="393175" y="29351"/>
                      <a:pt x="399612" y="44890"/>
                      <a:pt x="399612" y="61093"/>
                    </a:cubicBezTo>
                    <a:lnTo>
                      <a:pt x="399612" y="61093"/>
                    </a:lnTo>
                    <a:cubicBezTo>
                      <a:pt x="399612" y="94833"/>
                      <a:pt x="372260" y="122185"/>
                      <a:pt x="338519" y="122185"/>
                    </a:cubicBezTo>
                    <a:lnTo>
                      <a:pt x="61093" y="122185"/>
                    </a:lnTo>
                    <a:cubicBezTo>
                      <a:pt x="27352" y="122185"/>
                      <a:pt x="0" y="94833"/>
                      <a:pt x="0" y="61093"/>
                    </a:cubicBezTo>
                    <a:lnTo>
                      <a:pt x="0" y="61093"/>
                    </a:lnTo>
                    <a:cubicBezTo>
                      <a:pt x="0" y="27352"/>
                      <a:pt x="27352" y="0"/>
                      <a:pt x="61093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-21345" r="0" b="-69654"/>
                </a:stretch>
              </a:blip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3210899" y="173905"/>
              <a:ext cx="1575423" cy="761534"/>
            </a:xfrm>
            <a:custGeom>
              <a:avLst/>
              <a:gdLst/>
              <a:ahLst/>
              <a:cxnLst/>
              <a:rect r="r" b="b" t="t" l="l"/>
              <a:pathLst>
                <a:path h="761534" w="1575423">
                  <a:moveTo>
                    <a:pt x="0" y="0"/>
                  </a:moveTo>
                  <a:lnTo>
                    <a:pt x="1575423" y="0"/>
                  </a:lnTo>
                  <a:lnTo>
                    <a:pt x="1575423" y="761534"/>
                  </a:lnTo>
                  <a:lnTo>
                    <a:pt x="0" y="761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179160" cy="6858000"/>
            <a:chOff x="0" y="0"/>
            <a:chExt cx="1623888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38855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38855">
                  <a:moveTo>
                    <a:pt x="0" y="0"/>
                  </a:moveTo>
                  <a:lnTo>
                    <a:pt x="16238855" y="0"/>
                  </a:lnTo>
                  <a:lnTo>
                    <a:pt x="16238855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3861" y="147329"/>
            <a:ext cx="3587414" cy="729742"/>
            <a:chOff x="0" y="0"/>
            <a:chExt cx="4783218" cy="97298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83218" cy="972989"/>
              <a:chOff x="0" y="0"/>
              <a:chExt cx="1107226" cy="2252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07226" cy="225229"/>
              </a:xfrm>
              <a:custGeom>
                <a:avLst/>
                <a:gdLst/>
                <a:ahLst/>
                <a:cxnLst/>
                <a:rect r="r" b="b" t="t" l="l"/>
                <a:pathLst>
                  <a:path h="225229" w="1107226">
                    <a:moveTo>
                      <a:pt x="28662" y="0"/>
                    </a:moveTo>
                    <a:lnTo>
                      <a:pt x="1078564" y="0"/>
                    </a:lnTo>
                    <a:cubicBezTo>
                      <a:pt x="1094394" y="0"/>
                      <a:pt x="1107226" y="12832"/>
                      <a:pt x="1107226" y="28662"/>
                    </a:cubicBezTo>
                    <a:lnTo>
                      <a:pt x="1107226" y="196567"/>
                    </a:lnTo>
                    <a:cubicBezTo>
                      <a:pt x="1107226" y="212397"/>
                      <a:pt x="1094394" y="225229"/>
                      <a:pt x="1078564" y="225229"/>
                    </a:cubicBezTo>
                    <a:lnTo>
                      <a:pt x="28662" y="225229"/>
                    </a:lnTo>
                    <a:cubicBezTo>
                      <a:pt x="21060" y="225229"/>
                      <a:pt x="13770" y="222209"/>
                      <a:pt x="8395" y="216834"/>
                    </a:cubicBezTo>
                    <a:cubicBezTo>
                      <a:pt x="3020" y="211459"/>
                      <a:pt x="0" y="204169"/>
                      <a:pt x="0" y="196567"/>
                    </a:cubicBezTo>
                    <a:lnTo>
                      <a:pt x="0" y="28662"/>
                    </a:lnTo>
                    <a:cubicBezTo>
                      <a:pt x="0" y="12832"/>
                      <a:pt x="12832" y="0"/>
                      <a:pt x="2866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07226" cy="263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54000" y="144442"/>
              <a:ext cx="2292773" cy="701039"/>
              <a:chOff x="0" y="0"/>
              <a:chExt cx="399612" cy="12218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99612" cy="122185"/>
              </a:xfrm>
              <a:custGeom>
                <a:avLst/>
                <a:gdLst/>
                <a:ahLst/>
                <a:cxnLst/>
                <a:rect r="r" b="b" t="t" l="l"/>
                <a:pathLst>
                  <a:path h="122185" w="399612">
                    <a:moveTo>
                      <a:pt x="61093" y="0"/>
                    </a:moveTo>
                    <a:lnTo>
                      <a:pt x="338519" y="0"/>
                    </a:lnTo>
                    <a:cubicBezTo>
                      <a:pt x="354722" y="0"/>
                      <a:pt x="370261" y="6437"/>
                      <a:pt x="381718" y="17894"/>
                    </a:cubicBezTo>
                    <a:cubicBezTo>
                      <a:pt x="393175" y="29351"/>
                      <a:pt x="399612" y="44890"/>
                      <a:pt x="399612" y="61093"/>
                    </a:cubicBezTo>
                    <a:lnTo>
                      <a:pt x="399612" y="61093"/>
                    </a:lnTo>
                    <a:cubicBezTo>
                      <a:pt x="399612" y="94833"/>
                      <a:pt x="372260" y="122185"/>
                      <a:pt x="338519" y="122185"/>
                    </a:cubicBezTo>
                    <a:lnTo>
                      <a:pt x="61093" y="122185"/>
                    </a:lnTo>
                    <a:cubicBezTo>
                      <a:pt x="27352" y="122185"/>
                      <a:pt x="0" y="94833"/>
                      <a:pt x="0" y="61093"/>
                    </a:cubicBezTo>
                    <a:lnTo>
                      <a:pt x="0" y="61093"/>
                    </a:lnTo>
                    <a:cubicBezTo>
                      <a:pt x="0" y="27352"/>
                      <a:pt x="27352" y="0"/>
                      <a:pt x="61093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-21345" r="0" b="-69654"/>
                </a:stretch>
              </a:blip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2751218" y="0"/>
              <a:ext cx="1572070" cy="759913"/>
            </a:xfrm>
            <a:custGeom>
              <a:avLst/>
              <a:gdLst/>
              <a:ahLst/>
              <a:cxnLst/>
              <a:rect r="r" b="b" t="t" l="l"/>
              <a:pathLst>
                <a:path h="759913" w="1572070">
                  <a:moveTo>
                    <a:pt x="0" y="0"/>
                  </a:moveTo>
                  <a:lnTo>
                    <a:pt x="1572070" y="0"/>
                  </a:lnTo>
                  <a:lnTo>
                    <a:pt x="1572070" y="759913"/>
                  </a:lnTo>
                  <a:lnTo>
                    <a:pt x="0" y="759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179160" cy="6858000"/>
            <a:chOff x="0" y="0"/>
            <a:chExt cx="1623888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38855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38855">
                  <a:moveTo>
                    <a:pt x="0" y="0"/>
                  </a:moveTo>
                  <a:lnTo>
                    <a:pt x="16238855" y="0"/>
                  </a:lnTo>
                  <a:lnTo>
                    <a:pt x="16238855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3861" y="147329"/>
            <a:ext cx="3587414" cy="729742"/>
            <a:chOff x="0" y="0"/>
            <a:chExt cx="4783218" cy="97298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83218" cy="972989"/>
              <a:chOff x="0" y="0"/>
              <a:chExt cx="1107226" cy="2252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07226" cy="225229"/>
              </a:xfrm>
              <a:custGeom>
                <a:avLst/>
                <a:gdLst/>
                <a:ahLst/>
                <a:cxnLst/>
                <a:rect r="r" b="b" t="t" l="l"/>
                <a:pathLst>
                  <a:path h="225229" w="1107226">
                    <a:moveTo>
                      <a:pt x="28662" y="0"/>
                    </a:moveTo>
                    <a:lnTo>
                      <a:pt x="1078564" y="0"/>
                    </a:lnTo>
                    <a:cubicBezTo>
                      <a:pt x="1094394" y="0"/>
                      <a:pt x="1107226" y="12832"/>
                      <a:pt x="1107226" y="28662"/>
                    </a:cubicBezTo>
                    <a:lnTo>
                      <a:pt x="1107226" y="196567"/>
                    </a:lnTo>
                    <a:cubicBezTo>
                      <a:pt x="1107226" y="212397"/>
                      <a:pt x="1094394" y="225229"/>
                      <a:pt x="1078564" y="225229"/>
                    </a:cubicBezTo>
                    <a:lnTo>
                      <a:pt x="28662" y="225229"/>
                    </a:lnTo>
                    <a:cubicBezTo>
                      <a:pt x="21060" y="225229"/>
                      <a:pt x="13770" y="222209"/>
                      <a:pt x="8395" y="216834"/>
                    </a:cubicBezTo>
                    <a:cubicBezTo>
                      <a:pt x="3020" y="211459"/>
                      <a:pt x="0" y="204169"/>
                      <a:pt x="0" y="196567"/>
                    </a:cubicBezTo>
                    <a:lnTo>
                      <a:pt x="0" y="28662"/>
                    </a:lnTo>
                    <a:cubicBezTo>
                      <a:pt x="0" y="12832"/>
                      <a:pt x="12832" y="0"/>
                      <a:pt x="2866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07226" cy="263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54000" y="144442"/>
              <a:ext cx="2292773" cy="701039"/>
              <a:chOff x="0" y="0"/>
              <a:chExt cx="399612" cy="12218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99612" cy="122185"/>
              </a:xfrm>
              <a:custGeom>
                <a:avLst/>
                <a:gdLst/>
                <a:ahLst/>
                <a:cxnLst/>
                <a:rect r="r" b="b" t="t" l="l"/>
                <a:pathLst>
                  <a:path h="122185" w="399612">
                    <a:moveTo>
                      <a:pt x="61093" y="0"/>
                    </a:moveTo>
                    <a:lnTo>
                      <a:pt x="338519" y="0"/>
                    </a:lnTo>
                    <a:cubicBezTo>
                      <a:pt x="354722" y="0"/>
                      <a:pt x="370261" y="6437"/>
                      <a:pt x="381718" y="17894"/>
                    </a:cubicBezTo>
                    <a:cubicBezTo>
                      <a:pt x="393175" y="29351"/>
                      <a:pt x="399612" y="44890"/>
                      <a:pt x="399612" y="61093"/>
                    </a:cubicBezTo>
                    <a:lnTo>
                      <a:pt x="399612" y="61093"/>
                    </a:lnTo>
                    <a:cubicBezTo>
                      <a:pt x="399612" y="94833"/>
                      <a:pt x="372260" y="122185"/>
                      <a:pt x="338519" y="122185"/>
                    </a:cubicBezTo>
                    <a:lnTo>
                      <a:pt x="61093" y="122185"/>
                    </a:lnTo>
                    <a:cubicBezTo>
                      <a:pt x="27352" y="122185"/>
                      <a:pt x="0" y="94833"/>
                      <a:pt x="0" y="61093"/>
                    </a:cubicBezTo>
                    <a:lnTo>
                      <a:pt x="0" y="61093"/>
                    </a:lnTo>
                    <a:cubicBezTo>
                      <a:pt x="0" y="27352"/>
                      <a:pt x="27352" y="0"/>
                      <a:pt x="61093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-21345" r="0" b="-69654"/>
                </a:stretch>
              </a:blip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2751218" y="0"/>
              <a:ext cx="1572070" cy="759913"/>
            </a:xfrm>
            <a:custGeom>
              <a:avLst/>
              <a:gdLst/>
              <a:ahLst/>
              <a:cxnLst/>
              <a:rect r="r" b="b" t="t" l="l"/>
              <a:pathLst>
                <a:path h="759913" w="1572070">
                  <a:moveTo>
                    <a:pt x="0" y="0"/>
                  </a:moveTo>
                  <a:lnTo>
                    <a:pt x="1572070" y="0"/>
                  </a:lnTo>
                  <a:lnTo>
                    <a:pt x="1572070" y="759913"/>
                  </a:lnTo>
                  <a:lnTo>
                    <a:pt x="0" y="759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179160" cy="6858000"/>
            <a:chOff x="0" y="0"/>
            <a:chExt cx="1623888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38855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38855">
                  <a:moveTo>
                    <a:pt x="0" y="0"/>
                  </a:moveTo>
                  <a:lnTo>
                    <a:pt x="16238855" y="0"/>
                  </a:lnTo>
                  <a:lnTo>
                    <a:pt x="16238855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3861" y="147329"/>
            <a:ext cx="3587414" cy="729742"/>
            <a:chOff x="0" y="0"/>
            <a:chExt cx="4783218" cy="97298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83218" cy="972989"/>
              <a:chOff x="0" y="0"/>
              <a:chExt cx="1107226" cy="2252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07226" cy="225229"/>
              </a:xfrm>
              <a:custGeom>
                <a:avLst/>
                <a:gdLst/>
                <a:ahLst/>
                <a:cxnLst/>
                <a:rect r="r" b="b" t="t" l="l"/>
                <a:pathLst>
                  <a:path h="225229" w="1107226">
                    <a:moveTo>
                      <a:pt x="28662" y="0"/>
                    </a:moveTo>
                    <a:lnTo>
                      <a:pt x="1078564" y="0"/>
                    </a:lnTo>
                    <a:cubicBezTo>
                      <a:pt x="1094394" y="0"/>
                      <a:pt x="1107226" y="12832"/>
                      <a:pt x="1107226" y="28662"/>
                    </a:cubicBezTo>
                    <a:lnTo>
                      <a:pt x="1107226" y="196567"/>
                    </a:lnTo>
                    <a:cubicBezTo>
                      <a:pt x="1107226" y="212397"/>
                      <a:pt x="1094394" y="225229"/>
                      <a:pt x="1078564" y="225229"/>
                    </a:cubicBezTo>
                    <a:lnTo>
                      <a:pt x="28662" y="225229"/>
                    </a:lnTo>
                    <a:cubicBezTo>
                      <a:pt x="21060" y="225229"/>
                      <a:pt x="13770" y="222209"/>
                      <a:pt x="8395" y="216834"/>
                    </a:cubicBezTo>
                    <a:cubicBezTo>
                      <a:pt x="3020" y="211459"/>
                      <a:pt x="0" y="204169"/>
                      <a:pt x="0" y="196567"/>
                    </a:cubicBezTo>
                    <a:lnTo>
                      <a:pt x="0" y="28662"/>
                    </a:lnTo>
                    <a:cubicBezTo>
                      <a:pt x="0" y="12832"/>
                      <a:pt x="12832" y="0"/>
                      <a:pt x="2866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07226" cy="263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54000" y="144442"/>
              <a:ext cx="2292773" cy="701039"/>
              <a:chOff x="0" y="0"/>
              <a:chExt cx="399612" cy="12218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99612" cy="122185"/>
              </a:xfrm>
              <a:custGeom>
                <a:avLst/>
                <a:gdLst/>
                <a:ahLst/>
                <a:cxnLst/>
                <a:rect r="r" b="b" t="t" l="l"/>
                <a:pathLst>
                  <a:path h="122185" w="399612">
                    <a:moveTo>
                      <a:pt x="61093" y="0"/>
                    </a:moveTo>
                    <a:lnTo>
                      <a:pt x="338519" y="0"/>
                    </a:lnTo>
                    <a:cubicBezTo>
                      <a:pt x="354722" y="0"/>
                      <a:pt x="370261" y="6437"/>
                      <a:pt x="381718" y="17894"/>
                    </a:cubicBezTo>
                    <a:cubicBezTo>
                      <a:pt x="393175" y="29351"/>
                      <a:pt x="399612" y="44890"/>
                      <a:pt x="399612" y="61093"/>
                    </a:cubicBezTo>
                    <a:lnTo>
                      <a:pt x="399612" y="61093"/>
                    </a:lnTo>
                    <a:cubicBezTo>
                      <a:pt x="399612" y="94833"/>
                      <a:pt x="372260" y="122185"/>
                      <a:pt x="338519" y="122185"/>
                    </a:cubicBezTo>
                    <a:lnTo>
                      <a:pt x="61093" y="122185"/>
                    </a:lnTo>
                    <a:cubicBezTo>
                      <a:pt x="27352" y="122185"/>
                      <a:pt x="0" y="94833"/>
                      <a:pt x="0" y="61093"/>
                    </a:cubicBezTo>
                    <a:lnTo>
                      <a:pt x="0" y="61093"/>
                    </a:lnTo>
                    <a:cubicBezTo>
                      <a:pt x="0" y="27352"/>
                      <a:pt x="27352" y="0"/>
                      <a:pt x="61093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-21345" r="0" b="-69654"/>
                </a:stretch>
              </a:blip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2751218" y="0"/>
              <a:ext cx="1572070" cy="759913"/>
            </a:xfrm>
            <a:custGeom>
              <a:avLst/>
              <a:gdLst/>
              <a:ahLst/>
              <a:cxnLst/>
              <a:rect r="r" b="b" t="t" l="l"/>
              <a:pathLst>
                <a:path h="759913" w="1572070">
                  <a:moveTo>
                    <a:pt x="0" y="0"/>
                  </a:moveTo>
                  <a:lnTo>
                    <a:pt x="1572070" y="0"/>
                  </a:lnTo>
                  <a:lnTo>
                    <a:pt x="1572070" y="759913"/>
                  </a:lnTo>
                  <a:lnTo>
                    <a:pt x="0" y="759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179160" cy="6858000"/>
            <a:chOff x="0" y="0"/>
            <a:chExt cx="1623888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38855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38855">
                  <a:moveTo>
                    <a:pt x="0" y="0"/>
                  </a:moveTo>
                  <a:lnTo>
                    <a:pt x="16238855" y="0"/>
                  </a:lnTo>
                  <a:lnTo>
                    <a:pt x="16238855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3861" y="147329"/>
            <a:ext cx="3587414" cy="729742"/>
            <a:chOff x="0" y="0"/>
            <a:chExt cx="4783218" cy="97298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83218" cy="972989"/>
              <a:chOff x="0" y="0"/>
              <a:chExt cx="1107226" cy="2252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07226" cy="225229"/>
              </a:xfrm>
              <a:custGeom>
                <a:avLst/>
                <a:gdLst/>
                <a:ahLst/>
                <a:cxnLst/>
                <a:rect r="r" b="b" t="t" l="l"/>
                <a:pathLst>
                  <a:path h="225229" w="1107226">
                    <a:moveTo>
                      <a:pt x="28662" y="0"/>
                    </a:moveTo>
                    <a:lnTo>
                      <a:pt x="1078564" y="0"/>
                    </a:lnTo>
                    <a:cubicBezTo>
                      <a:pt x="1094394" y="0"/>
                      <a:pt x="1107226" y="12832"/>
                      <a:pt x="1107226" y="28662"/>
                    </a:cubicBezTo>
                    <a:lnTo>
                      <a:pt x="1107226" y="196567"/>
                    </a:lnTo>
                    <a:cubicBezTo>
                      <a:pt x="1107226" y="212397"/>
                      <a:pt x="1094394" y="225229"/>
                      <a:pt x="1078564" y="225229"/>
                    </a:cubicBezTo>
                    <a:lnTo>
                      <a:pt x="28662" y="225229"/>
                    </a:lnTo>
                    <a:cubicBezTo>
                      <a:pt x="21060" y="225229"/>
                      <a:pt x="13770" y="222209"/>
                      <a:pt x="8395" y="216834"/>
                    </a:cubicBezTo>
                    <a:cubicBezTo>
                      <a:pt x="3020" y="211459"/>
                      <a:pt x="0" y="204169"/>
                      <a:pt x="0" y="196567"/>
                    </a:cubicBezTo>
                    <a:lnTo>
                      <a:pt x="0" y="28662"/>
                    </a:lnTo>
                    <a:cubicBezTo>
                      <a:pt x="0" y="12832"/>
                      <a:pt x="12832" y="0"/>
                      <a:pt x="2866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07226" cy="263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54000" y="144442"/>
              <a:ext cx="2292773" cy="701039"/>
              <a:chOff x="0" y="0"/>
              <a:chExt cx="399612" cy="12218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99612" cy="122185"/>
              </a:xfrm>
              <a:custGeom>
                <a:avLst/>
                <a:gdLst/>
                <a:ahLst/>
                <a:cxnLst/>
                <a:rect r="r" b="b" t="t" l="l"/>
                <a:pathLst>
                  <a:path h="122185" w="399612">
                    <a:moveTo>
                      <a:pt x="61093" y="0"/>
                    </a:moveTo>
                    <a:lnTo>
                      <a:pt x="338519" y="0"/>
                    </a:lnTo>
                    <a:cubicBezTo>
                      <a:pt x="354722" y="0"/>
                      <a:pt x="370261" y="6437"/>
                      <a:pt x="381718" y="17894"/>
                    </a:cubicBezTo>
                    <a:cubicBezTo>
                      <a:pt x="393175" y="29351"/>
                      <a:pt x="399612" y="44890"/>
                      <a:pt x="399612" y="61093"/>
                    </a:cubicBezTo>
                    <a:lnTo>
                      <a:pt x="399612" y="61093"/>
                    </a:lnTo>
                    <a:cubicBezTo>
                      <a:pt x="399612" y="94833"/>
                      <a:pt x="372260" y="122185"/>
                      <a:pt x="338519" y="122185"/>
                    </a:cubicBezTo>
                    <a:lnTo>
                      <a:pt x="61093" y="122185"/>
                    </a:lnTo>
                    <a:cubicBezTo>
                      <a:pt x="27352" y="122185"/>
                      <a:pt x="0" y="94833"/>
                      <a:pt x="0" y="61093"/>
                    </a:cubicBezTo>
                    <a:lnTo>
                      <a:pt x="0" y="61093"/>
                    </a:lnTo>
                    <a:cubicBezTo>
                      <a:pt x="0" y="27352"/>
                      <a:pt x="27352" y="0"/>
                      <a:pt x="61093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-21345" r="0" b="-69654"/>
                </a:stretch>
              </a:blip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2751218" y="0"/>
              <a:ext cx="1572070" cy="759913"/>
            </a:xfrm>
            <a:custGeom>
              <a:avLst/>
              <a:gdLst/>
              <a:ahLst/>
              <a:cxnLst/>
              <a:rect r="r" b="b" t="t" l="l"/>
              <a:pathLst>
                <a:path h="759913" w="1572070">
                  <a:moveTo>
                    <a:pt x="0" y="0"/>
                  </a:moveTo>
                  <a:lnTo>
                    <a:pt x="1572070" y="0"/>
                  </a:lnTo>
                  <a:lnTo>
                    <a:pt x="1572070" y="759913"/>
                  </a:lnTo>
                  <a:lnTo>
                    <a:pt x="0" y="759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179160" cy="6858000"/>
            <a:chOff x="0" y="0"/>
            <a:chExt cx="1623888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38855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38855">
                  <a:moveTo>
                    <a:pt x="0" y="0"/>
                  </a:moveTo>
                  <a:lnTo>
                    <a:pt x="16238855" y="0"/>
                  </a:lnTo>
                  <a:lnTo>
                    <a:pt x="16238855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3861" y="183329"/>
            <a:ext cx="3587414" cy="729742"/>
            <a:chOff x="0" y="0"/>
            <a:chExt cx="4783218" cy="97298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83218" cy="972989"/>
              <a:chOff x="0" y="0"/>
              <a:chExt cx="1107226" cy="2252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07226" cy="225229"/>
              </a:xfrm>
              <a:custGeom>
                <a:avLst/>
                <a:gdLst/>
                <a:ahLst/>
                <a:cxnLst/>
                <a:rect r="r" b="b" t="t" l="l"/>
                <a:pathLst>
                  <a:path h="225229" w="1107226">
                    <a:moveTo>
                      <a:pt x="28662" y="0"/>
                    </a:moveTo>
                    <a:lnTo>
                      <a:pt x="1078564" y="0"/>
                    </a:lnTo>
                    <a:cubicBezTo>
                      <a:pt x="1094394" y="0"/>
                      <a:pt x="1107226" y="12832"/>
                      <a:pt x="1107226" y="28662"/>
                    </a:cubicBezTo>
                    <a:lnTo>
                      <a:pt x="1107226" y="196567"/>
                    </a:lnTo>
                    <a:cubicBezTo>
                      <a:pt x="1107226" y="212397"/>
                      <a:pt x="1094394" y="225229"/>
                      <a:pt x="1078564" y="225229"/>
                    </a:cubicBezTo>
                    <a:lnTo>
                      <a:pt x="28662" y="225229"/>
                    </a:lnTo>
                    <a:cubicBezTo>
                      <a:pt x="21060" y="225229"/>
                      <a:pt x="13770" y="222209"/>
                      <a:pt x="8395" y="216834"/>
                    </a:cubicBezTo>
                    <a:cubicBezTo>
                      <a:pt x="3020" y="211459"/>
                      <a:pt x="0" y="204169"/>
                      <a:pt x="0" y="196567"/>
                    </a:cubicBezTo>
                    <a:lnTo>
                      <a:pt x="0" y="28662"/>
                    </a:lnTo>
                    <a:cubicBezTo>
                      <a:pt x="0" y="12832"/>
                      <a:pt x="12832" y="0"/>
                      <a:pt x="2866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07226" cy="263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54000" y="144442"/>
              <a:ext cx="2292773" cy="701039"/>
              <a:chOff x="0" y="0"/>
              <a:chExt cx="399612" cy="12218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99612" cy="122185"/>
              </a:xfrm>
              <a:custGeom>
                <a:avLst/>
                <a:gdLst/>
                <a:ahLst/>
                <a:cxnLst/>
                <a:rect r="r" b="b" t="t" l="l"/>
                <a:pathLst>
                  <a:path h="122185" w="399612">
                    <a:moveTo>
                      <a:pt x="61093" y="0"/>
                    </a:moveTo>
                    <a:lnTo>
                      <a:pt x="338519" y="0"/>
                    </a:lnTo>
                    <a:cubicBezTo>
                      <a:pt x="354722" y="0"/>
                      <a:pt x="370261" y="6437"/>
                      <a:pt x="381718" y="17894"/>
                    </a:cubicBezTo>
                    <a:cubicBezTo>
                      <a:pt x="393175" y="29351"/>
                      <a:pt x="399612" y="44890"/>
                      <a:pt x="399612" y="61093"/>
                    </a:cubicBezTo>
                    <a:lnTo>
                      <a:pt x="399612" y="61093"/>
                    </a:lnTo>
                    <a:cubicBezTo>
                      <a:pt x="399612" y="94833"/>
                      <a:pt x="372260" y="122185"/>
                      <a:pt x="338519" y="122185"/>
                    </a:cubicBezTo>
                    <a:lnTo>
                      <a:pt x="61093" y="122185"/>
                    </a:lnTo>
                    <a:cubicBezTo>
                      <a:pt x="27352" y="122185"/>
                      <a:pt x="0" y="94833"/>
                      <a:pt x="0" y="61093"/>
                    </a:cubicBezTo>
                    <a:lnTo>
                      <a:pt x="0" y="61093"/>
                    </a:lnTo>
                    <a:cubicBezTo>
                      <a:pt x="0" y="27352"/>
                      <a:pt x="27352" y="0"/>
                      <a:pt x="61093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-21345" r="0" b="-69654"/>
                </a:stretch>
              </a:blip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2751218" y="0"/>
              <a:ext cx="1572070" cy="759913"/>
            </a:xfrm>
            <a:custGeom>
              <a:avLst/>
              <a:gdLst/>
              <a:ahLst/>
              <a:cxnLst/>
              <a:rect r="r" b="b" t="t" l="l"/>
              <a:pathLst>
                <a:path h="759913" w="1572070">
                  <a:moveTo>
                    <a:pt x="0" y="0"/>
                  </a:moveTo>
                  <a:lnTo>
                    <a:pt x="1572070" y="0"/>
                  </a:lnTo>
                  <a:lnTo>
                    <a:pt x="1572070" y="759913"/>
                  </a:lnTo>
                  <a:lnTo>
                    <a:pt x="0" y="759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179160" cy="6858000"/>
            <a:chOff x="0" y="0"/>
            <a:chExt cx="1623888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38855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38855">
                  <a:moveTo>
                    <a:pt x="0" y="0"/>
                  </a:moveTo>
                  <a:lnTo>
                    <a:pt x="16238855" y="0"/>
                  </a:lnTo>
                  <a:lnTo>
                    <a:pt x="16238855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3861" y="183329"/>
            <a:ext cx="3587414" cy="729742"/>
            <a:chOff x="0" y="0"/>
            <a:chExt cx="4783218" cy="97298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83218" cy="972989"/>
              <a:chOff x="0" y="0"/>
              <a:chExt cx="1107226" cy="2252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07226" cy="225229"/>
              </a:xfrm>
              <a:custGeom>
                <a:avLst/>
                <a:gdLst/>
                <a:ahLst/>
                <a:cxnLst/>
                <a:rect r="r" b="b" t="t" l="l"/>
                <a:pathLst>
                  <a:path h="225229" w="1107226">
                    <a:moveTo>
                      <a:pt x="28662" y="0"/>
                    </a:moveTo>
                    <a:lnTo>
                      <a:pt x="1078564" y="0"/>
                    </a:lnTo>
                    <a:cubicBezTo>
                      <a:pt x="1094394" y="0"/>
                      <a:pt x="1107226" y="12832"/>
                      <a:pt x="1107226" y="28662"/>
                    </a:cubicBezTo>
                    <a:lnTo>
                      <a:pt x="1107226" y="196567"/>
                    </a:lnTo>
                    <a:cubicBezTo>
                      <a:pt x="1107226" y="212397"/>
                      <a:pt x="1094394" y="225229"/>
                      <a:pt x="1078564" y="225229"/>
                    </a:cubicBezTo>
                    <a:lnTo>
                      <a:pt x="28662" y="225229"/>
                    </a:lnTo>
                    <a:cubicBezTo>
                      <a:pt x="21060" y="225229"/>
                      <a:pt x="13770" y="222209"/>
                      <a:pt x="8395" y="216834"/>
                    </a:cubicBezTo>
                    <a:cubicBezTo>
                      <a:pt x="3020" y="211459"/>
                      <a:pt x="0" y="204169"/>
                      <a:pt x="0" y="196567"/>
                    </a:cubicBezTo>
                    <a:lnTo>
                      <a:pt x="0" y="28662"/>
                    </a:lnTo>
                    <a:cubicBezTo>
                      <a:pt x="0" y="12832"/>
                      <a:pt x="12832" y="0"/>
                      <a:pt x="2866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07226" cy="263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54000" y="144442"/>
              <a:ext cx="2292773" cy="701039"/>
              <a:chOff x="0" y="0"/>
              <a:chExt cx="399612" cy="12218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99612" cy="122185"/>
              </a:xfrm>
              <a:custGeom>
                <a:avLst/>
                <a:gdLst/>
                <a:ahLst/>
                <a:cxnLst/>
                <a:rect r="r" b="b" t="t" l="l"/>
                <a:pathLst>
                  <a:path h="122185" w="399612">
                    <a:moveTo>
                      <a:pt x="61093" y="0"/>
                    </a:moveTo>
                    <a:lnTo>
                      <a:pt x="338519" y="0"/>
                    </a:lnTo>
                    <a:cubicBezTo>
                      <a:pt x="354722" y="0"/>
                      <a:pt x="370261" y="6437"/>
                      <a:pt x="381718" y="17894"/>
                    </a:cubicBezTo>
                    <a:cubicBezTo>
                      <a:pt x="393175" y="29351"/>
                      <a:pt x="399612" y="44890"/>
                      <a:pt x="399612" y="61093"/>
                    </a:cubicBezTo>
                    <a:lnTo>
                      <a:pt x="399612" y="61093"/>
                    </a:lnTo>
                    <a:cubicBezTo>
                      <a:pt x="399612" y="94833"/>
                      <a:pt x="372260" y="122185"/>
                      <a:pt x="338519" y="122185"/>
                    </a:cubicBezTo>
                    <a:lnTo>
                      <a:pt x="61093" y="122185"/>
                    </a:lnTo>
                    <a:cubicBezTo>
                      <a:pt x="27352" y="122185"/>
                      <a:pt x="0" y="94833"/>
                      <a:pt x="0" y="61093"/>
                    </a:cubicBezTo>
                    <a:lnTo>
                      <a:pt x="0" y="61093"/>
                    </a:lnTo>
                    <a:cubicBezTo>
                      <a:pt x="0" y="27352"/>
                      <a:pt x="27352" y="0"/>
                      <a:pt x="61093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-21345" r="0" b="-69654"/>
                </a:stretch>
              </a:blip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2751218" y="0"/>
              <a:ext cx="1572070" cy="759913"/>
            </a:xfrm>
            <a:custGeom>
              <a:avLst/>
              <a:gdLst/>
              <a:ahLst/>
              <a:cxnLst/>
              <a:rect r="r" b="b" t="t" l="l"/>
              <a:pathLst>
                <a:path h="759913" w="1572070">
                  <a:moveTo>
                    <a:pt x="0" y="0"/>
                  </a:moveTo>
                  <a:lnTo>
                    <a:pt x="1572070" y="0"/>
                  </a:lnTo>
                  <a:lnTo>
                    <a:pt x="1572070" y="759913"/>
                  </a:lnTo>
                  <a:lnTo>
                    <a:pt x="0" y="759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179160" cy="6858000"/>
            <a:chOff x="0" y="0"/>
            <a:chExt cx="1623888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38855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38855">
                  <a:moveTo>
                    <a:pt x="0" y="0"/>
                  </a:moveTo>
                  <a:lnTo>
                    <a:pt x="16238855" y="0"/>
                  </a:lnTo>
                  <a:lnTo>
                    <a:pt x="16238855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3861" y="183329"/>
            <a:ext cx="3587414" cy="729742"/>
            <a:chOff x="0" y="0"/>
            <a:chExt cx="4783218" cy="97298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83218" cy="972989"/>
              <a:chOff x="0" y="0"/>
              <a:chExt cx="1107226" cy="2252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07226" cy="225229"/>
              </a:xfrm>
              <a:custGeom>
                <a:avLst/>
                <a:gdLst/>
                <a:ahLst/>
                <a:cxnLst/>
                <a:rect r="r" b="b" t="t" l="l"/>
                <a:pathLst>
                  <a:path h="225229" w="1107226">
                    <a:moveTo>
                      <a:pt x="28662" y="0"/>
                    </a:moveTo>
                    <a:lnTo>
                      <a:pt x="1078564" y="0"/>
                    </a:lnTo>
                    <a:cubicBezTo>
                      <a:pt x="1094394" y="0"/>
                      <a:pt x="1107226" y="12832"/>
                      <a:pt x="1107226" y="28662"/>
                    </a:cubicBezTo>
                    <a:lnTo>
                      <a:pt x="1107226" y="196567"/>
                    </a:lnTo>
                    <a:cubicBezTo>
                      <a:pt x="1107226" y="212397"/>
                      <a:pt x="1094394" y="225229"/>
                      <a:pt x="1078564" y="225229"/>
                    </a:cubicBezTo>
                    <a:lnTo>
                      <a:pt x="28662" y="225229"/>
                    </a:lnTo>
                    <a:cubicBezTo>
                      <a:pt x="21060" y="225229"/>
                      <a:pt x="13770" y="222209"/>
                      <a:pt x="8395" y="216834"/>
                    </a:cubicBezTo>
                    <a:cubicBezTo>
                      <a:pt x="3020" y="211459"/>
                      <a:pt x="0" y="204169"/>
                      <a:pt x="0" y="196567"/>
                    </a:cubicBezTo>
                    <a:lnTo>
                      <a:pt x="0" y="28662"/>
                    </a:lnTo>
                    <a:cubicBezTo>
                      <a:pt x="0" y="12832"/>
                      <a:pt x="12832" y="0"/>
                      <a:pt x="2866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07226" cy="263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54000" y="144442"/>
              <a:ext cx="2292773" cy="701039"/>
              <a:chOff x="0" y="0"/>
              <a:chExt cx="399612" cy="12218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99612" cy="122185"/>
              </a:xfrm>
              <a:custGeom>
                <a:avLst/>
                <a:gdLst/>
                <a:ahLst/>
                <a:cxnLst/>
                <a:rect r="r" b="b" t="t" l="l"/>
                <a:pathLst>
                  <a:path h="122185" w="399612">
                    <a:moveTo>
                      <a:pt x="61093" y="0"/>
                    </a:moveTo>
                    <a:lnTo>
                      <a:pt x="338519" y="0"/>
                    </a:lnTo>
                    <a:cubicBezTo>
                      <a:pt x="354722" y="0"/>
                      <a:pt x="370261" y="6437"/>
                      <a:pt x="381718" y="17894"/>
                    </a:cubicBezTo>
                    <a:cubicBezTo>
                      <a:pt x="393175" y="29351"/>
                      <a:pt x="399612" y="44890"/>
                      <a:pt x="399612" y="61093"/>
                    </a:cubicBezTo>
                    <a:lnTo>
                      <a:pt x="399612" y="61093"/>
                    </a:lnTo>
                    <a:cubicBezTo>
                      <a:pt x="399612" y="94833"/>
                      <a:pt x="372260" y="122185"/>
                      <a:pt x="338519" y="122185"/>
                    </a:cubicBezTo>
                    <a:lnTo>
                      <a:pt x="61093" y="122185"/>
                    </a:lnTo>
                    <a:cubicBezTo>
                      <a:pt x="27352" y="122185"/>
                      <a:pt x="0" y="94833"/>
                      <a:pt x="0" y="61093"/>
                    </a:cubicBezTo>
                    <a:lnTo>
                      <a:pt x="0" y="61093"/>
                    </a:lnTo>
                    <a:cubicBezTo>
                      <a:pt x="0" y="27352"/>
                      <a:pt x="27352" y="0"/>
                      <a:pt x="61093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-21345" r="0" b="-69654"/>
                </a:stretch>
              </a:blip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2751218" y="0"/>
              <a:ext cx="1572070" cy="759913"/>
            </a:xfrm>
            <a:custGeom>
              <a:avLst/>
              <a:gdLst/>
              <a:ahLst/>
              <a:cxnLst/>
              <a:rect r="r" b="b" t="t" l="l"/>
              <a:pathLst>
                <a:path h="759913" w="1572070">
                  <a:moveTo>
                    <a:pt x="0" y="0"/>
                  </a:moveTo>
                  <a:lnTo>
                    <a:pt x="1572070" y="0"/>
                  </a:lnTo>
                  <a:lnTo>
                    <a:pt x="1572070" y="759913"/>
                  </a:lnTo>
                  <a:lnTo>
                    <a:pt x="0" y="759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179160" cy="6858000"/>
            <a:chOff x="0" y="0"/>
            <a:chExt cx="1623888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38855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38855">
                  <a:moveTo>
                    <a:pt x="0" y="0"/>
                  </a:moveTo>
                  <a:lnTo>
                    <a:pt x="16238855" y="0"/>
                  </a:lnTo>
                  <a:lnTo>
                    <a:pt x="16238855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7429" y="171850"/>
            <a:ext cx="3643846" cy="741221"/>
            <a:chOff x="0" y="0"/>
            <a:chExt cx="4858461" cy="98829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858461" cy="988295"/>
              <a:chOff x="0" y="0"/>
              <a:chExt cx="1107226" cy="2252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07226" cy="225229"/>
              </a:xfrm>
              <a:custGeom>
                <a:avLst/>
                <a:gdLst/>
                <a:ahLst/>
                <a:cxnLst/>
                <a:rect r="r" b="b" t="t" l="l"/>
                <a:pathLst>
                  <a:path h="225229" w="1107226">
                    <a:moveTo>
                      <a:pt x="28662" y="0"/>
                    </a:moveTo>
                    <a:lnTo>
                      <a:pt x="1078564" y="0"/>
                    </a:lnTo>
                    <a:cubicBezTo>
                      <a:pt x="1094394" y="0"/>
                      <a:pt x="1107226" y="12832"/>
                      <a:pt x="1107226" y="28662"/>
                    </a:cubicBezTo>
                    <a:lnTo>
                      <a:pt x="1107226" y="196567"/>
                    </a:lnTo>
                    <a:cubicBezTo>
                      <a:pt x="1107226" y="212397"/>
                      <a:pt x="1094394" y="225229"/>
                      <a:pt x="1078564" y="225229"/>
                    </a:cubicBezTo>
                    <a:lnTo>
                      <a:pt x="28662" y="225229"/>
                    </a:lnTo>
                    <a:cubicBezTo>
                      <a:pt x="21060" y="225229"/>
                      <a:pt x="13770" y="222209"/>
                      <a:pt x="8395" y="216834"/>
                    </a:cubicBezTo>
                    <a:cubicBezTo>
                      <a:pt x="3020" y="211459"/>
                      <a:pt x="0" y="204169"/>
                      <a:pt x="0" y="196567"/>
                    </a:cubicBezTo>
                    <a:lnTo>
                      <a:pt x="0" y="28662"/>
                    </a:lnTo>
                    <a:cubicBezTo>
                      <a:pt x="0" y="12832"/>
                      <a:pt x="12832" y="0"/>
                      <a:pt x="2866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07226" cy="2633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57996" y="146714"/>
              <a:ext cx="2328839" cy="712066"/>
              <a:chOff x="0" y="0"/>
              <a:chExt cx="399612" cy="12218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99612" cy="122185"/>
              </a:xfrm>
              <a:custGeom>
                <a:avLst/>
                <a:gdLst/>
                <a:ahLst/>
                <a:cxnLst/>
                <a:rect r="r" b="b" t="t" l="l"/>
                <a:pathLst>
                  <a:path h="122185" w="399612">
                    <a:moveTo>
                      <a:pt x="61093" y="0"/>
                    </a:moveTo>
                    <a:lnTo>
                      <a:pt x="338519" y="0"/>
                    </a:lnTo>
                    <a:cubicBezTo>
                      <a:pt x="354722" y="0"/>
                      <a:pt x="370261" y="6437"/>
                      <a:pt x="381718" y="17894"/>
                    </a:cubicBezTo>
                    <a:cubicBezTo>
                      <a:pt x="393175" y="29351"/>
                      <a:pt x="399612" y="44890"/>
                      <a:pt x="399612" y="61093"/>
                    </a:cubicBezTo>
                    <a:lnTo>
                      <a:pt x="399612" y="61093"/>
                    </a:lnTo>
                    <a:cubicBezTo>
                      <a:pt x="399612" y="94833"/>
                      <a:pt x="372260" y="122185"/>
                      <a:pt x="338519" y="122185"/>
                    </a:cubicBezTo>
                    <a:lnTo>
                      <a:pt x="61093" y="122185"/>
                    </a:lnTo>
                    <a:cubicBezTo>
                      <a:pt x="27352" y="122185"/>
                      <a:pt x="0" y="94833"/>
                      <a:pt x="0" y="61093"/>
                    </a:cubicBezTo>
                    <a:lnTo>
                      <a:pt x="0" y="61093"/>
                    </a:lnTo>
                    <a:cubicBezTo>
                      <a:pt x="0" y="27352"/>
                      <a:pt x="27352" y="0"/>
                      <a:pt x="61093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-21345" r="0" b="-69654"/>
                </a:stretch>
              </a:blip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2794496" y="0"/>
              <a:ext cx="1596800" cy="771867"/>
            </a:xfrm>
            <a:custGeom>
              <a:avLst/>
              <a:gdLst/>
              <a:ahLst/>
              <a:cxnLst/>
              <a:rect r="r" b="b" t="t" l="l"/>
              <a:pathLst>
                <a:path h="771867" w="1596800">
                  <a:moveTo>
                    <a:pt x="0" y="0"/>
                  </a:moveTo>
                  <a:lnTo>
                    <a:pt x="1596800" y="0"/>
                  </a:lnTo>
                  <a:lnTo>
                    <a:pt x="1596800" y="771867"/>
                  </a:lnTo>
                  <a:lnTo>
                    <a:pt x="0" y="771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179160" cy="6858000"/>
            <a:chOff x="0" y="0"/>
            <a:chExt cx="1623888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38855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38855">
                  <a:moveTo>
                    <a:pt x="0" y="0"/>
                  </a:moveTo>
                  <a:lnTo>
                    <a:pt x="16238855" y="0"/>
                  </a:lnTo>
                  <a:lnTo>
                    <a:pt x="16238855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7429" y="146450"/>
            <a:ext cx="3643846" cy="766621"/>
            <a:chOff x="0" y="0"/>
            <a:chExt cx="4858461" cy="1022162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858461" cy="1022162"/>
              <a:chOff x="0" y="0"/>
              <a:chExt cx="1107226" cy="23294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07226" cy="232947"/>
              </a:xfrm>
              <a:custGeom>
                <a:avLst/>
                <a:gdLst/>
                <a:ahLst/>
                <a:cxnLst/>
                <a:rect r="r" b="b" t="t" l="l"/>
                <a:pathLst>
                  <a:path h="232947" w="1107226">
                    <a:moveTo>
                      <a:pt x="28662" y="0"/>
                    </a:moveTo>
                    <a:lnTo>
                      <a:pt x="1078564" y="0"/>
                    </a:lnTo>
                    <a:cubicBezTo>
                      <a:pt x="1094394" y="0"/>
                      <a:pt x="1107226" y="12832"/>
                      <a:pt x="1107226" y="28662"/>
                    </a:cubicBezTo>
                    <a:lnTo>
                      <a:pt x="1107226" y="204285"/>
                    </a:lnTo>
                    <a:cubicBezTo>
                      <a:pt x="1107226" y="211887"/>
                      <a:pt x="1104207" y="219177"/>
                      <a:pt x="1098831" y="224552"/>
                    </a:cubicBezTo>
                    <a:cubicBezTo>
                      <a:pt x="1093456" y="229927"/>
                      <a:pt x="1086166" y="232947"/>
                      <a:pt x="1078564" y="232947"/>
                    </a:cubicBezTo>
                    <a:lnTo>
                      <a:pt x="28662" y="232947"/>
                    </a:lnTo>
                    <a:cubicBezTo>
                      <a:pt x="12832" y="232947"/>
                      <a:pt x="0" y="220115"/>
                      <a:pt x="0" y="204285"/>
                    </a:cubicBezTo>
                    <a:lnTo>
                      <a:pt x="0" y="28662"/>
                    </a:lnTo>
                    <a:cubicBezTo>
                      <a:pt x="0" y="12832"/>
                      <a:pt x="12832" y="0"/>
                      <a:pt x="2866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07226" cy="2710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2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57996" y="151742"/>
              <a:ext cx="2328839" cy="736467"/>
              <a:chOff x="0" y="0"/>
              <a:chExt cx="399612" cy="12637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99612" cy="126372"/>
              </a:xfrm>
              <a:custGeom>
                <a:avLst/>
                <a:gdLst/>
                <a:ahLst/>
                <a:cxnLst/>
                <a:rect r="r" b="b" t="t" l="l"/>
                <a:pathLst>
                  <a:path h="126372" w="399612">
                    <a:moveTo>
                      <a:pt x="63186" y="0"/>
                    </a:moveTo>
                    <a:lnTo>
                      <a:pt x="336426" y="0"/>
                    </a:lnTo>
                    <a:cubicBezTo>
                      <a:pt x="371322" y="0"/>
                      <a:pt x="399612" y="28289"/>
                      <a:pt x="399612" y="63186"/>
                    </a:cubicBezTo>
                    <a:lnTo>
                      <a:pt x="399612" y="63186"/>
                    </a:lnTo>
                    <a:cubicBezTo>
                      <a:pt x="399612" y="98083"/>
                      <a:pt x="371322" y="126372"/>
                      <a:pt x="336426" y="126372"/>
                    </a:cubicBezTo>
                    <a:lnTo>
                      <a:pt x="63186" y="126372"/>
                    </a:lnTo>
                    <a:cubicBezTo>
                      <a:pt x="28289" y="126372"/>
                      <a:pt x="0" y="98083"/>
                      <a:pt x="0" y="63186"/>
                    </a:cubicBezTo>
                    <a:lnTo>
                      <a:pt x="0" y="63186"/>
                    </a:lnTo>
                    <a:cubicBezTo>
                      <a:pt x="0" y="28289"/>
                      <a:pt x="28289" y="0"/>
                      <a:pt x="63186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-18981" r="0" b="-65689"/>
                </a:stretch>
              </a:blip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2794496" y="0"/>
              <a:ext cx="1596800" cy="798317"/>
            </a:xfrm>
            <a:custGeom>
              <a:avLst/>
              <a:gdLst/>
              <a:ahLst/>
              <a:cxnLst/>
              <a:rect r="r" b="b" t="t" l="l"/>
              <a:pathLst>
                <a:path h="798317" w="1596800">
                  <a:moveTo>
                    <a:pt x="0" y="0"/>
                  </a:moveTo>
                  <a:lnTo>
                    <a:pt x="1596800" y="0"/>
                  </a:lnTo>
                  <a:lnTo>
                    <a:pt x="1596800" y="798317"/>
                  </a:lnTo>
                  <a:lnTo>
                    <a:pt x="0" y="798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426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DAHVNgBzdqI</dc:identifier>
  <dcterms:modified xsi:type="dcterms:W3CDTF">2011-08-01T06:04:30Z</dcterms:modified>
  <cp:revision>1</cp:revision>
  <dc:title>Workshop2026-B2G3</dc:title>
</cp:coreProperties>
</file>